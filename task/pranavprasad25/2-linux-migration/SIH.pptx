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0" d="100"/>
          <a:sy n="120" d="100"/>
        </p:scale>
        <p:origin x="1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nav Prasad" userId="ee66b3a0df685580" providerId="LiveId" clId="{3A4A8F21-1767-4FF7-AE22-78FF62F8E86C}"/>
    <pc:docChg chg="addSld">
      <pc:chgData name="Pranav Prasad" userId="ee66b3a0df685580" providerId="LiveId" clId="{3A4A8F21-1767-4FF7-AE22-78FF62F8E86C}" dt="2026-08-28T18:10:08.642" v="0" actId="680"/>
      <pc:docMkLst>
        <pc:docMk/>
      </pc:docMkLst>
      <pc:sldChg chg="new">
        <pc:chgData name="Pranav Prasad" userId="ee66b3a0df685580" providerId="LiveId" clId="{3A4A8F21-1767-4FF7-AE22-78FF62F8E86C}" dt="2026-08-28T18:10:08.642" v="0" actId="680"/>
        <pc:sldMkLst>
          <pc:docMk/>
          <pc:sldMk cId="3091128881" sldId="256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829691-F795-2D70-1FC4-1956B99C56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403C15-B56D-46FD-A91E-9D3D49D955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1598F3-63AF-DB56-EF35-07BB399B85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07CA94-401B-4470-9A82-D32250DAE37E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7B717F-1DA4-559A-CEF7-63EE9EB0F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5E90EC-DF5B-23A9-38BF-B227D13F1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C8C45-8F0F-411A-83BC-933702E33C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07046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D945C-1F4C-1610-4E43-3EAD772539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335E69-F477-6F66-FB8C-5E19548C3E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D21254-4CDF-B616-4315-E81D5FEC83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07CA94-401B-4470-9A82-D32250DAE37E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981148-6028-2A37-EFFC-138F2EDB8B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485E90-D792-1D93-E252-29429EB7E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C8C45-8F0F-411A-83BC-933702E33C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30651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E3882-7BAD-8F30-534F-3357B750B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5DD0B7-39FC-EABA-E5F9-A6BDA20E71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C0B687-D079-6BB0-ED93-1A237DBCE1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07CA94-401B-4470-9A82-D32250DAE37E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BB905-4015-A26D-CF35-0B258531B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D55A7B-FF7D-BEA0-E52F-1A1BBACF8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C8C45-8F0F-411A-83BC-933702E33C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40459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02EE60-0375-23C0-3861-87558EB502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F90634-D906-FA93-5A0E-1A0AD3E8EC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C752CA-D776-5A4A-EB13-2847C593A7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021613-3BBF-9B8B-46E2-A0B3EBE119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07CA94-401B-4470-9A82-D32250DAE37E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7C83E7-AFAD-D077-778C-85E5F7067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32E601-1168-C598-5426-AA07D4F43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C8C45-8F0F-411A-83BC-933702E33C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73669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5BB44B-1261-4A92-CFC2-FEAD305C4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7ABBAD-AA50-F92E-C628-DCD5B1884C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C1C1C3-79A9-BD40-F7E3-25C132FF56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21B982-CE90-24E5-2E18-D25B5C4582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62708A-CDFC-531E-0C14-5A76B53D14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97ECA1F-8982-6A73-D631-8344D85602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07CA94-401B-4470-9A82-D32250DAE37E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BB76126-6B6D-EC4B-F987-2623B531C2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E5DE16-C133-E992-8C7C-6885D4307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C8C45-8F0F-411A-83BC-933702E33C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8866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1E381-9951-BC3C-67C7-976609242E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D033F0D-2CC0-5758-AD43-D2C3275D63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07CA94-401B-4470-9A82-D32250DAE37E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B2DCB7-6DF0-68ED-0116-FF77C00C8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1A63E4-5D20-96FA-B349-65AB17DCA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C8C45-8F0F-411A-83BC-933702E33C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5003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11CD043-2DD3-3FD2-9BC3-0E73A1F43F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07CA94-401B-4470-9A82-D32250DAE37E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F5A6FC-84BC-2D80-BEA8-F92903268E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519C3D-A05D-2D7B-E436-F6875A4A2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C8C45-8F0F-411A-83BC-933702E33C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03783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79F262-50FC-0A58-5A30-1AA9D97CA9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18B383-35A0-CB0F-ED61-5C9EF97C6D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F056C4-795C-2F0B-D56C-95A1228A89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8038A5-A2F0-E1DC-4841-4DA44CB910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07CA94-401B-4470-9A82-D32250DAE37E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F09BCB-7FFE-0DE7-96EB-B9DBDD938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B0DAA5-CBB5-8883-8CF4-FAD3AED71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C8C45-8F0F-411A-83BC-933702E33C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09617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A68718-C25A-B7F1-81E4-789EBD246E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E04AF53-3F1D-8C29-6591-C8F513DFC8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941771-39AB-CD54-7287-2C5470379B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B44DFC-E2C7-08F6-E89F-EC1D72D42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07CA94-401B-4470-9A82-D32250DAE37E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F03315-FC28-2CA3-6B3F-A73CDD8908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B59403-1F5E-FB5D-4642-0D92683BA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C8C45-8F0F-411A-83BC-933702E33C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52812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05333-3133-2986-F05B-9E3DCBC79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B6876A-90BE-6FA5-972F-3BC30DA4A1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1693F2-E2A3-1CB1-7AE7-C78D5D9A7A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07CA94-401B-4470-9A82-D32250DAE37E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3F9D8F-8418-ED17-89E8-764567E5F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3F21B3-6014-46E3-399F-F3AB9DA92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C8C45-8F0F-411A-83BC-933702E33C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7934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5826D7D-8724-0EF9-D276-18E171E184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7AECDB-672B-14B2-DF96-A7149EC168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94D362-F19C-58C2-1CA0-DFC3ACF038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07CA94-401B-4470-9A82-D32250DAE37E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0EDCEA-CC3E-2BB6-3D61-668E11C696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8E01F9-0361-80E3-FC80-115D873AC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C8C45-8F0F-411A-83BC-933702E33C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80857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D5AE11F-CC48-5804-CCE6-7E6922AEBD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E87714-0314-F822-7593-6AECBF8ED0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82375E-34DA-4E0E-2B22-34127D8FC9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07CA94-401B-4470-9A82-D32250DAE37E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DC8048-7D5A-CF7A-A3D3-81D828EC4F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96FFDF-E326-ECDA-187E-18B51A4C8B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BC8C45-8F0F-411A-83BC-933702E33C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1248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CD90ED-DBC2-4D02-3699-4D67CAC96DB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089294-89FB-A7C3-29E1-F085A23DA0A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11288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Pranav Prasad</dc:creator>
  <cp:lastModifiedBy>Pranav Prasad</cp:lastModifiedBy>
  <cp:revision>1</cp:revision>
  <dcterms:created xsi:type="dcterms:W3CDTF">2026-08-28T18:10:02Z</dcterms:created>
  <dcterms:modified xsi:type="dcterms:W3CDTF">2026-08-28T18:10:11Z</dcterms:modified>
</cp:coreProperties>
</file>